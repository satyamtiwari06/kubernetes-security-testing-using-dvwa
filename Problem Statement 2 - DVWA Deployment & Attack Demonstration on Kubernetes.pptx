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06690c3fb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06690c3fb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06690c3fb_0_3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06690c3fb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06690c3fb_0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06690c3fb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0712d11fa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0712d11fa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0712d11fa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0712d11f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0712d11fa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b0712d11fa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b0712d11fa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b0712d11fa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0712d11fa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0712d11fa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github.com/satyamtiwari06/AccoKnox-Assignment/tree/main/problem-statement-2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691800"/>
            <a:ext cx="8520600" cy="152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3620"/>
              <a:t>Problem Statement 2 – DVWA Deployment &amp; Attack Demonstration</a:t>
            </a:r>
            <a:endParaRPr b="1" sz="3620"/>
          </a:p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311700" y="2413000"/>
            <a:ext cx="8520600" cy="27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12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GB" sz="2900"/>
              <a:t>Kubernetes (Minikube)</a:t>
            </a:r>
            <a:endParaRPr sz="2900"/>
          </a:p>
          <a:p>
            <a:pPr indent="-4127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GB" sz="2900"/>
              <a:t>AccuKnox – Solution Engineer Trainee Assignment</a:t>
            </a:r>
            <a:endParaRPr sz="2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943850"/>
            <a:ext cx="8520600" cy="99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3420"/>
              <a:t>Objective</a:t>
            </a:r>
            <a:endParaRPr b="1" sz="3420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853050"/>
            <a:ext cx="8520600" cy="27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4064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GB" sz="2800"/>
              <a:t>Deploy DVWA on Kubernetes using Minikube</a:t>
            </a:r>
            <a:endParaRPr sz="2800"/>
          </a:p>
          <a:p>
            <a:pPr indent="-4064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GB" sz="2800"/>
              <a:t>Demonstrate common web application attack vectors</a:t>
            </a:r>
            <a:endParaRPr sz="2800"/>
          </a:p>
          <a:p>
            <a:pPr indent="-4064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GB" sz="2800"/>
              <a:t>Understand security risks in containerized workloads</a:t>
            </a:r>
            <a:endParaRPr sz="2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55150"/>
            <a:ext cx="8520600" cy="46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220"/>
              <a:t>Sample Kubernetes Setup (Expected Output #1)</a:t>
            </a:r>
            <a:endParaRPr b="1" sz="2220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209650" y="518950"/>
            <a:ext cx="8520600" cy="171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Local Kubernetes cluster using Minikube</a:t>
            </a:r>
            <a:endParaRPr sz="1600"/>
          </a:p>
          <a:p>
            <a:pPr indent="-3302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DVWA deployed via Kubernetes Deployment</a:t>
            </a:r>
            <a:endParaRPr sz="1600"/>
          </a:p>
          <a:p>
            <a:pPr indent="-3302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Highlights need for runtime security and policy enforcement</a:t>
            </a:r>
            <a:endParaRPr sz="1600"/>
          </a:p>
          <a:p>
            <a:pPr indent="-3302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Application accessed using port-forwarding</a:t>
            </a:r>
            <a:endParaRPr sz="1600"/>
          </a:p>
          <a:p>
            <a:pPr indent="-3302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GB" sz="1600"/>
              <a:t>Screenshots included to demonstrate the attack execution</a:t>
            </a:r>
            <a:endParaRPr sz="1600"/>
          </a:p>
          <a:p>
            <a:pPr indent="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  <p:pic>
        <p:nvPicPr>
          <p:cNvPr id="68" name="Google Shape;68;p15" title="minikube-runni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5300" y="2235046"/>
            <a:ext cx="5050051" cy="28406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233150"/>
            <a:ext cx="8520600" cy="58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220"/>
              <a:t>Attack Vector 1: SQL Injection</a:t>
            </a:r>
            <a:endParaRPr b="1" sz="2220"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744950"/>
            <a:ext cx="8520600" cy="11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Exploited improper input validation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Unauthorized database interaction observed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Screenshots included to demonstrate the attack execution</a:t>
            </a:r>
            <a:endParaRPr/>
          </a:p>
        </p:txBody>
      </p:sp>
      <p:pic>
        <p:nvPicPr>
          <p:cNvPr id="75" name="Google Shape;75;p16" title="sql-injec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7326" y="2036150"/>
            <a:ext cx="5009299" cy="3023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233150"/>
            <a:ext cx="8520600" cy="5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220"/>
              <a:t>Attack Vector 2: Command Injection</a:t>
            </a:r>
            <a:endParaRPr b="1" sz="2220"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801950"/>
            <a:ext cx="8520600" cy="120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OS command execution via vulnerable input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Demonstrates risk of container breakout paths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Screenshots included to demonstrate the attack execution</a:t>
            </a:r>
            <a:endParaRPr/>
          </a:p>
        </p:txBody>
      </p:sp>
      <p:pic>
        <p:nvPicPr>
          <p:cNvPr id="82" name="Google Shape;82;p17" title="command-injec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4100" y="2002025"/>
            <a:ext cx="4802198" cy="2989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233150"/>
            <a:ext cx="8520600" cy="6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220"/>
              <a:t>Attack Vector 3: XSS</a:t>
            </a:r>
            <a:endParaRPr b="1" sz="2220"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858650"/>
            <a:ext cx="8520600" cy="15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JavaScript injection via input fields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Highlights client-side exploitation risks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Screenshots included to demonstrate the attack execution</a:t>
            </a:r>
            <a:endParaRPr/>
          </a:p>
        </p:txBody>
      </p:sp>
      <p:pic>
        <p:nvPicPr>
          <p:cNvPr id="89" name="Google Shape;89;p18" title="command-injecti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800" y="2066400"/>
            <a:ext cx="4709573" cy="2936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945075"/>
            <a:ext cx="8520600" cy="75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3420"/>
              <a:t>Conclusion (Expected Output #2)</a:t>
            </a:r>
            <a:endParaRPr b="1" sz="3420"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810975"/>
            <a:ext cx="8520600" cy="27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GB" sz="2800"/>
              <a:t>Demonstrated real-world attack surfaces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GB" sz="2800"/>
              <a:t>Highlights need for runtime security controls</a:t>
            </a:r>
            <a:endParaRPr sz="2800"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GB" sz="2800"/>
              <a:t>Reinforces importance of Kubernetes workload protection</a:t>
            </a:r>
            <a:endParaRPr sz="2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732675"/>
            <a:ext cx="8520600" cy="78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3220"/>
              <a:t>References &amp; Project Artifacts</a:t>
            </a:r>
            <a:endParaRPr b="1" sz="3220"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597925"/>
            <a:ext cx="8391600" cy="284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/>
              <a:t>GitHub Repository:</a:t>
            </a:r>
            <a:endParaRPr sz="2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3"/>
              </a:rPr>
              <a:t>https://github.com/satyamtiwari06/AccoKnox-Assignment/tree/main/problem-statement-2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2200"/>
              <a:t>Includes:</a:t>
            </a:r>
            <a:endParaRPr sz="2200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Kubernetes manifests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GB"/>
              <a:t>Attack demonstration screenshots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